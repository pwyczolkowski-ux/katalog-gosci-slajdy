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embeddedFontLst>
    <p:embeddedFont>
      <p:font typeface="Play" panose="020B0604020202020204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jMyGcGeMCE26QAolZO2pq0krqC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85D13C-EE72-4421-A822-F918BF052335}" v="5" dt="2026-04-06T07:17:07.7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13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yk Wyczółkowski - The Company" userId="288d461d-eaab-4b00-b800-aa4e5a28dfe6" providerId="ADAL" clId="{023E43D6-DC3E-4706-BB42-F0DBAC8333BE}"/>
    <pc:docChg chg="undo custSel modSld">
      <pc:chgData name="Patryk Wyczółkowski - The Company" userId="288d461d-eaab-4b00-b800-aa4e5a28dfe6" providerId="ADAL" clId="{023E43D6-DC3E-4706-BB42-F0DBAC8333BE}" dt="2026-04-06T07:17:19.511" v="146" actId="478"/>
      <pc:docMkLst>
        <pc:docMk/>
      </pc:docMkLst>
      <pc:sldChg chg="addSp delSp modSp mod">
        <pc:chgData name="Patryk Wyczółkowski - The Company" userId="288d461d-eaab-4b00-b800-aa4e5a28dfe6" providerId="ADAL" clId="{023E43D6-DC3E-4706-BB42-F0DBAC8333BE}" dt="2026-04-06T07:17:19.511" v="146" actId="478"/>
        <pc:sldMkLst>
          <pc:docMk/>
          <pc:sldMk cId="0" sldId="256"/>
        </pc:sldMkLst>
        <pc:spChg chg="mod">
          <ac:chgData name="Patryk Wyczółkowski - The Company" userId="288d461d-eaab-4b00-b800-aa4e5a28dfe6" providerId="ADAL" clId="{023E43D6-DC3E-4706-BB42-F0DBAC8333BE}" dt="2026-04-06T06:33:49.243" v="13" actId="1076"/>
          <ac:spMkLst>
            <pc:docMk/>
            <pc:sldMk cId="0" sldId="256"/>
            <ac:spMk id="163" creationId="{00000000-0000-0000-0000-000000000000}"/>
          </ac:spMkLst>
        </pc:spChg>
        <pc:spChg chg="mod">
          <ac:chgData name="Patryk Wyczółkowski - The Company" userId="288d461d-eaab-4b00-b800-aa4e5a28dfe6" providerId="ADAL" clId="{023E43D6-DC3E-4706-BB42-F0DBAC8333BE}" dt="2026-04-06T06:34:48.100" v="34" actId="20577"/>
          <ac:spMkLst>
            <pc:docMk/>
            <pc:sldMk cId="0" sldId="256"/>
            <ac:spMk id="164" creationId="{00000000-0000-0000-0000-000000000000}"/>
          </ac:spMkLst>
        </pc:spChg>
        <pc:spChg chg="mod">
          <ac:chgData name="Patryk Wyczółkowski - The Company" userId="288d461d-eaab-4b00-b800-aa4e5a28dfe6" providerId="ADAL" clId="{023E43D6-DC3E-4706-BB42-F0DBAC8333BE}" dt="2026-04-06T06:41:59.473" v="70" actId="1076"/>
          <ac:spMkLst>
            <pc:docMk/>
            <pc:sldMk cId="0" sldId="256"/>
            <ac:spMk id="165" creationId="{00000000-0000-0000-0000-000000000000}"/>
          </ac:spMkLst>
        </pc:spChg>
        <pc:spChg chg="mod">
          <ac:chgData name="Patryk Wyczółkowski - The Company" userId="288d461d-eaab-4b00-b800-aa4e5a28dfe6" providerId="ADAL" clId="{023E43D6-DC3E-4706-BB42-F0DBAC8333BE}" dt="2026-04-06T06:35:13.306" v="43"/>
          <ac:spMkLst>
            <pc:docMk/>
            <pc:sldMk cId="0" sldId="256"/>
            <ac:spMk id="166" creationId="{00000000-0000-0000-0000-000000000000}"/>
          </ac:spMkLst>
        </pc:spChg>
        <pc:spChg chg="del">
          <ac:chgData name="Patryk Wyczółkowski - The Company" userId="288d461d-eaab-4b00-b800-aa4e5a28dfe6" providerId="ADAL" clId="{023E43D6-DC3E-4706-BB42-F0DBAC8333BE}" dt="2026-04-06T07:17:07.173" v="120" actId="478"/>
          <ac:spMkLst>
            <pc:docMk/>
            <pc:sldMk cId="0" sldId="256"/>
            <ac:spMk id="170" creationId="{00000000-0000-0000-0000-000000000000}"/>
          </ac:spMkLst>
        </pc:spChg>
        <pc:picChg chg="add mod">
          <ac:chgData name="Patryk Wyczółkowski - The Company" userId="288d461d-eaab-4b00-b800-aa4e5a28dfe6" providerId="ADAL" clId="{023E43D6-DC3E-4706-BB42-F0DBAC8333BE}" dt="2026-04-06T07:15:55.813" v="71"/>
          <ac:picMkLst>
            <pc:docMk/>
            <pc:sldMk cId="0" sldId="256"/>
            <ac:picMk id="2" creationId="{44576BF1-1C44-858E-4383-8BA5BCADE253}"/>
          </ac:picMkLst>
        </pc:picChg>
        <pc:picChg chg="add del mod">
          <ac:chgData name="Patryk Wyczółkowski - The Company" userId="288d461d-eaab-4b00-b800-aa4e5a28dfe6" providerId="ADAL" clId="{023E43D6-DC3E-4706-BB42-F0DBAC8333BE}" dt="2026-04-06T07:17:19.511" v="146" actId="478"/>
          <ac:picMkLst>
            <pc:docMk/>
            <pc:sldMk cId="0" sldId="256"/>
            <ac:picMk id="4" creationId="{697A8A16-49E2-407A-CCEC-547D13F4F083}"/>
          </ac:picMkLst>
        </pc:picChg>
        <pc:picChg chg="add del mod">
          <ac:chgData name="Patryk Wyczółkowski - The Company" userId="288d461d-eaab-4b00-b800-aa4e5a28dfe6" providerId="ADAL" clId="{023E43D6-DC3E-4706-BB42-F0DBAC8333BE}" dt="2026-04-06T07:17:05.395" v="119" actId="21"/>
          <ac:picMkLst>
            <pc:docMk/>
            <pc:sldMk cId="0" sldId="256"/>
            <ac:picMk id="5" creationId="{8CC0AC01-D32F-4DB7-871E-61494BC22847}"/>
          </ac:picMkLst>
        </pc:picChg>
        <pc:picChg chg="add mod">
          <ac:chgData name="Patryk Wyczółkowski - The Company" userId="288d461d-eaab-4b00-b800-aa4e5a28dfe6" providerId="ADAL" clId="{023E43D6-DC3E-4706-BB42-F0DBAC8333BE}" dt="2026-04-06T07:17:16.795" v="145" actId="962"/>
          <ac:picMkLst>
            <pc:docMk/>
            <pc:sldMk cId="0" sldId="256"/>
            <ac:picMk id="6" creationId="{8CC0AC01-D32F-4DB7-871E-61494BC22847}"/>
          </ac:picMkLst>
        </pc:picChg>
        <pc:picChg chg="mod">
          <ac:chgData name="Patryk Wyczółkowski - The Company" userId="288d461d-eaab-4b00-b800-aa4e5a28dfe6" providerId="ADAL" clId="{023E43D6-DC3E-4706-BB42-F0DBAC8333BE}" dt="2026-04-06T07:16:49.894" v="112" actId="962"/>
          <ac:picMkLst>
            <pc:docMk/>
            <pc:sldMk cId="0" sldId="256"/>
            <ac:picMk id="169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i zawartość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ajd tytułowy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główek sekcji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wa elementy zawartości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ównanie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lko tytuł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usty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awartość z podpisem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raz z podpisem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i tekst pionowy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pionowy i teks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lajd tytułowy">
  <p:cSld name="1_Slajd tytułow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ytuł i zawartość">
  <p:cSld name="1_Tytuł i zawartość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Nagłówek sekcji">
  <p:cSld name="1_Nagłówek sekcji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wa elementy zawartości">
  <p:cSld name="1_Dwa elementy zawartości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orównanie">
  <p:cSld name="1_Porównanie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ylko tytuł">
  <p:cSld name="1_Tylko tytuł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usty">
  <p:cSld name="1_Pusty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Zawartość z podpisem">
  <p:cSld name="1_Zawartość z podpisem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0" name="Google Shape;130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1" name="Google Shape;13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Obraz z podpisem">
  <p:cSld name="1_Obraz z podpisem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8" name="Google Shape;13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ytuł i tekst pionowy">
  <p:cSld name="1_Tytuł i tekst pionowy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ytuł pionowy i tekst">
  <p:cSld name="1_Tytuł pionowy i teks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gif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0855" y="477299"/>
            <a:ext cx="1098626" cy="2531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" name="Google Shape;158;p1"/>
          <p:cNvGrpSpPr/>
          <p:nvPr/>
        </p:nvGrpSpPr>
        <p:grpSpPr>
          <a:xfrm>
            <a:off x="362083" y="360671"/>
            <a:ext cx="417969" cy="489221"/>
            <a:chOff x="360001" y="360003"/>
            <a:chExt cx="417195" cy="488315"/>
          </a:xfrm>
        </p:grpSpPr>
        <p:pic>
          <p:nvPicPr>
            <p:cNvPr id="159" name="Google Shape;159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56815" y="493757"/>
              <a:ext cx="296122" cy="2207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1"/>
            <p:cNvSpPr/>
            <p:nvPr/>
          </p:nvSpPr>
          <p:spPr>
            <a:xfrm>
              <a:off x="360001" y="360003"/>
              <a:ext cx="417195" cy="488315"/>
            </a:xfrm>
            <a:custGeom>
              <a:avLst/>
              <a:gdLst/>
              <a:ahLst/>
              <a:cxnLst/>
              <a:rect l="l" t="t" r="r" b="b"/>
              <a:pathLst>
                <a:path w="417195" h="488315" extrusionOk="0">
                  <a:moveTo>
                    <a:pt x="244111" y="0"/>
                  </a:moveTo>
                  <a:lnTo>
                    <a:pt x="197488" y="4469"/>
                  </a:lnTo>
                  <a:lnTo>
                    <a:pt x="152254" y="17876"/>
                  </a:lnTo>
                  <a:lnTo>
                    <a:pt x="109796" y="40221"/>
                  </a:lnTo>
                  <a:lnTo>
                    <a:pt x="71504" y="71504"/>
                  </a:lnTo>
                  <a:lnTo>
                    <a:pt x="40221" y="109796"/>
                  </a:lnTo>
                  <a:lnTo>
                    <a:pt x="17876" y="152254"/>
                  </a:lnTo>
                  <a:lnTo>
                    <a:pt x="4469" y="197488"/>
                  </a:lnTo>
                  <a:lnTo>
                    <a:pt x="0" y="244111"/>
                  </a:lnTo>
                  <a:lnTo>
                    <a:pt x="4469" y="290735"/>
                  </a:lnTo>
                  <a:lnTo>
                    <a:pt x="17876" y="335971"/>
                  </a:lnTo>
                  <a:lnTo>
                    <a:pt x="40221" y="378431"/>
                  </a:lnTo>
                  <a:lnTo>
                    <a:pt x="71504" y="416728"/>
                  </a:lnTo>
                  <a:lnTo>
                    <a:pt x="109796" y="448007"/>
                  </a:lnTo>
                  <a:lnTo>
                    <a:pt x="152254" y="470349"/>
                  </a:lnTo>
                  <a:lnTo>
                    <a:pt x="197488" y="483754"/>
                  </a:lnTo>
                  <a:lnTo>
                    <a:pt x="244111" y="488222"/>
                  </a:lnTo>
                  <a:lnTo>
                    <a:pt x="290735" y="483754"/>
                  </a:lnTo>
                  <a:lnTo>
                    <a:pt x="335971" y="470349"/>
                  </a:lnTo>
                  <a:lnTo>
                    <a:pt x="378431" y="448007"/>
                  </a:lnTo>
                  <a:lnTo>
                    <a:pt x="416728" y="416728"/>
                  </a:lnTo>
                  <a:lnTo>
                    <a:pt x="385740" y="385740"/>
                  </a:lnTo>
                  <a:lnTo>
                    <a:pt x="349525" y="414473"/>
                  </a:lnTo>
                  <a:lnTo>
                    <a:pt x="309059" y="433629"/>
                  </a:lnTo>
                  <a:lnTo>
                    <a:pt x="266043" y="443207"/>
                  </a:lnTo>
                  <a:lnTo>
                    <a:pt x="222176" y="443207"/>
                  </a:lnTo>
                  <a:lnTo>
                    <a:pt x="179160" y="433629"/>
                  </a:lnTo>
                  <a:lnTo>
                    <a:pt x="138694" y="414473"/>
                  </a:lnTo>
                  <a:lnTo>
                    <a:pt x="102479" y="385740"/>
                  </a:lnTo>
                  <a:lnTo>
                    <a:pt x="73745" y="349525"/>
                  </a:lnTo>
                  <a:lnTo>
                    <a:pt x="54590" y="309059"/>
                  </a:lnTo>
                  <a:lnTo>
                    <a:pt x="45012" y="266043"/>
                  </a:lnTo>
                  <a:lnTo>
                    <a:pt x="45012" y="222176"/>
                  </a:lnTo>
                  <a:lnTo>
                    <a:pt x="54590" y="179160"/>
                  </a:lnTo>
                  <a:lnTo>
                    <a:pt x="73745" y="138694"/>
                  </a:lnTo>
                  <a:lnTo>
                    <a:pt x="102479" y="102479"/>
                  </a:lnTo>
                  <a:lnTo>
                    <a:pt x="138694" y="73745"/>
                  </a:lnTo>
                  <a:lnTo>
                    <a:pt x="179160" y="54590"/>
                  </a:lnTo>
                  <a:lnTo>
                    <a:pt x="222176" y="45012"/>
                  </a:lnTo>
                  <a:lnTo>
                    <a:pt x="266043" y="45012"/>
                  </a:lnTo>
                  <a:lnTo>
                    <a:pt x="309059" y="54590"/>
                  </a:lnTo>
                  <a:lnTo>
                    <a:pt x="349525" y="73745"/>
                  </a:lnTo>
                  <a:lnTo>
                    <a:pt x="385740" y="102479"/>
                  </a:lnTo>
                  <a:lnTo>
                    <a:pt x="416728" y="71504"/>
                  </a:lnTo>
                  <a:lnTo>
                    <a:pt x="378431" y="40221"/>
                  </a:lnTo>
                  <a:lnTo>
                    <a:pt x="335971" y="17876"/>
                  </a:lnTo>
                  <a:lnTo>
                    <a:pt x="290735" y="4469"/>
                  </a:lnTo>
                  <a:lnTo>
                    <a:pt x="244111" y="0"/>
                  </a:lnTo>
                  <a:close/>
                </a:path>
              </a:pathLst>
            </a:custGeom>
            <a:solidFill>
              <a:srgbClr val="4A4A4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3"/>
                <a:buFont typeface="Arial"/>
                <a:buNone/>
              </a:pPr>
              <a:endParaRPr sz="1803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423034" y="423037"/>
              <a:ext cx="309245" cy="362585"/>
            </a:xfrm>
            <a:custGeom>
              <a:avLst/>
              <a:gdLst/>
              <a:ahLst/>
              <a:cxnLst/>
              <a:rect l="l" t="t" r="r" b="b"/>
              <a:pathLst>
                <a:path w="309245" h="362584" extrusionOk="0">
                  <a:moveTo>
                    <a:pt x="181075" y="0"/>
                  </a:moveTo>
                  <a:lnTo>
                    <a:pt x="135140" y="5892"/>
                  </a:lnTo>
                  <a:lnTo>
                    <a:pt x="91646" y="23571"/>
                  </a:lnTo>
                  <a:lnTo>
                    <a:pt x="53035" y="53035"/>
                  </a:lnTo>
                  <a:lnTo>
                    <a:pt x="23571" y="91646"/>
                  </a:lnTo>
                  <a:lnTo>
                    <a:pt x="5892" y="135140"/>
                  </a:lnTo>
                  <a:lnTo>
                    <a:pt x="0" y="181075"/>
                  </a:lnTo>
                  <a:lnTo>
                    <a:pt x="5892" y="227008"/>
                  </a:lnTo>
                  <a:lnTo>
                    <a:pt x="23571" y="270498"/>
                  </a:lnTo>
                  <a:lnTo>
                    <a:pt x="53035" y="309105"/>
                  </a:lnTo>
                  <a:lnTo>
                    <a:pt x="91646" y="338574"/>
                  </a:lnTo>
                  <a:lnTo>
                    <a:pt x="135140" y="356256"/>
                  </a:lnTo>
                  <a:lnTo>
                    <a:pt x="181075" y="362150"/>
                  </a:lnTo>
                  <a:lnTo>
                    <a:pt x="227008" y="356256"/>
                  </a:lnTo>
                  <a:lnTo>
                    <a:pt x="270498" y="338574"/>
                  </a:lnTo>
                  <a:lnTo>
                    <a:pt x="309105" y="309105"/>
                  </a:lnTo>
                  <a:lnTo>
                    <a:pt x="286131" y="286131"/>
                  </a:lnTo>
                  <a:lnTo>
                    <a:pt x="247566" y="313983"/>
                  </a:lnTo>
                  <a:lnTo>
                    <a:pt x="203813" y="327909"/>
                  </a:lnTo>
                  <a:lnTo>
                    <a:pt x="158330" y="327909"/>
                  </a:lnTo>
                  <a:lnTo>
                    <a:pt x="114580" y="313983"/>
                  </a:lnTo>
                  <a:lnTo>
                    <a:pt x="76022" y="286131"/>
                  </a:lnTo>
                  <a:lnTo>
                    <a:pt x="48169" y="247566"/>
                  </a:lnTo>
                  <a:lnTo>
                    <a:pt x="34243" y="203813"/>
                  </a:lnTo>
                  <a:lnTo>
                    <a:pt x="34243" y="158330"/>
                  </a:lnTo>
                  <a:lnTo>
                    <a:pt x="48169" y="114580"/>
                  </a:lnTo>
                  <a:lnTo>
                    <a:pt x="76022" y="76022"/>
                  </a:lnTo>
                  <a:lnTo>
                    <a:pt x="114580" y="48169"/>
                  </a:lnTo>
                  <a:lnTo>
                    <a:pt x="158330" y="34243"/>
                  </a:lnTo>
                  <a:lnTo>
                    <a:pt x="203813" y="34243"/>
                  </a:lnTo>
                  <a:lnTo>
                    <a:pt x="247566" y="48169"/>
                  </a:lnTo>
                  <a:lnTo>
                    <a:pt x="286131" y="76022"/>
                  </a:lnTo>
                  <a:lnTo>
                    <a:pt x="309105" y="53035"/>
                  </a:lnTo>
                  <a:lnTo>
                    <a:pt x="270498" y="23571"/>
                  </a:lnTo>
                  <a:lnTo>
                    <a:pt x="227008" y="5892"/>
                  </a:lnTo>
                  <a:lnTo>
                    <a:pt x="181075" y="0"/>
                  </a:lnTo>
                  <a:close/>
                </a:path>
              </a:pathLst>
            </a:custGeom>
            <a:solidFill>
              <a:srgbClr val="FFCC0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3"/>
                <a:buFont typeface="Arial"/>
                <a:buNone/>
              </a:pPr>
              <a:endParaRPr sz="1803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1"/>
          <p:cNvSpPr/>
          <p:nvPr/>
        </p:nvSpPr>
        <p:spPr>
          <a:xfrm>
            <a:off x="3836515" y="360672"/>
            <a:ext cx="0" cy="6131485"/>
          </a:xfrm>
          <a:custGeom>
            <a:avLst/>
            <a:gdLst/>
            <a:ahLst/>
            <a:cxnLst/>
            <a:rect l="l" t="t" r="r" b="b"/>
            <a:pathLst>
              <a:path w="120000" h="6120130" extrusionOk="0">
                <a:moveTo>
                  <a:pt x="0" y="0"/>
                </a:moveTo>
                <a:lnTo>
                  <a:pt x="0" y="6120003"/>
                </a:lnTo>
              </a:path>
            </a:pathLst>
          </a:custGeom>
          <a:noFill/>
          <a:ln w="25400" cap="flat" cmpd="sng">
            <a:solidFill>
              <a:srgbClr val="FFD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3"/>
              <a:buFont typeface="Arial"/>
              <a:buNone/>
            </a:pPr>
            <a:endParaRPr sz="180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"/>
          <p:cNvSpPr txBox="1"/>
          <p:nvPr/>
        </p:nvSpPr>
        <p:spPr>
          <a:xfrm>
            <a:off x="525913" y="1200623"/>
            <a:ext cx="2827135" cy="1436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23" marR="5090" lvl="0" indent="-63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9"/>
              </a:buClr>
              <a:buSzPts val="3206"/>
              <a:buFont typeface="Arial"/>
              <a:buNone/>
            </a:pPr>
            <a:r>
              <a:rPr lang="pl-PL" sz="3206" b="1" i="0" u="none" strike="noStrike" cap="none" dirty="0">
                <a:solidFill>
                  <a:srgbClr val="585859"/>
                </a:solidFill>
                <a:latin typeface="Arial"/>
                <a:ea typeface="Arial"/>
                <a:cs typeface="Arial"/>
                <a:sym typeface="Arial"/>
              </a:rPr>
              <a:t>{{Imię}} {{Nazwisko}}</a:t>
            </a:r>
            <a:endParaRPr sz="3206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962"/>
              </a:spcBef>
              <a:spcAft>
                <a:spcPts val="0"/>
              </a:spcAft>
              <a:buClr>
                <a:srgbClr val="1D1D1B"/>
              </a:buClr>
              <a:buSzPts val="2004"/>
              <a:buFont typeface="Arial"/>
              <a:buNone/>
            </a:pPr>
            <a:r>
              <a:rPr lang="pl-PL" sz="2004" b="1" i="0" u="none" strike="noStrike" cap="none" dirty="0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Grupa</a:t>
            </a:r>
            <a:endParaRPr sz="2004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"/>
          <p:cNvSpPr txBox="1">
            <a:spLocks noGrp="1"/>
          </p:cNvSpPr>
          <p:nvPr>
            <p:ph type="title"/>
          </p:nvPr>
        </p:nvSpPr>
        <p:spPr>
          <a:xfrm>
            <a:off x="4028148" y="387553"/>
            <a:ext cx="6111000" cy="5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23" marR="509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4"/>
              <a:buFont typeface="Arial"/>
              <a:buNone/>
            </a:pPr>
            <a:r>
              <a:rPr lang="pl-PL" sz="2004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Firma: {{Firma}}</a:t>
            </a:r>
            <a:br>
              <a:rPr lang="pl-PL" sz="2004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l-PL" sz="2004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Branża: {{Branża}}</a:t>
            </a:r>
            <a:endParaRPr sz="2004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"/>
          <p:cNvSpPr txBox="1"/>
          <p:nvPr/>
        </p:nvSpPr>
        <p:spPr>
          <a:xfrm>
            <a:off x="4028148" y="5731276"/>
            <a:ext cx="7461600" cy="334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23" marR="509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004"/>
              <a:buFont typeface="Arial"/>
              <a:buNone/>
            </a:pPr>
            <a:r>
              <a:rPr lang="pl-PL" sz="2004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Skala biznesu: {{Skala biznesu}}</a:t>
            </a:r>
            <a:endParaRPr dirty="0"/>
          </a:p>
        </p:txBody>
      </p:sp>
      <p:sp>
        <p:nvSpPr>
          <p:cNvPr id="166" name="Google Shape;166;p1"/>
          <p:cNvSpPr txBox="1"/>
          <p:nvPr/>
        </p:nvSpPr>
        <p:spPr>
          <a:xfrm>
            <a:off x="4028148" y="1758149"/>
            <a:ext cx="7798200" cy="321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lvl="0">
              <a:buSzPts val="2004"/>
            </a:pPr>
            <a:r>
              <a:rPr lang="pl-PL" sz="2004" dirty="0"/>
              <a:t>{{Opisy / Slajd}}</a:t>
            </a:r>
            <a:endParaRPr dirty="0"/>
          </a:p>
        </p:txBody>
      </p:sp>
      <p:pic>
        <p:nvPicPr>
          <p:cNvPr id="167" name="Google Shape;167;p1" descr="Obraz zawierający tekst, clipart&#10;&#10;Opis wygenerowany automatyczni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39018" y="40875"/>
            <a:ext cx="2022544" cy="809017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"/>
          <p:cNvSpPr txBox="1"/>
          <p:nvPr/>
        </p:nvSpPr>
        <p:spPr>
          <a:xfrm>
            <a:off x="3837543" y="6170903"/>
            <a:ext cx="765221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Nad czym aktualnie pracujesz?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1" descr="{{Photo}}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0732" y="3060553"/>
            <a:ext cx="1980000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9;p1" descr="{{Logo}}">
            <a:extLst>
              <a:ext uri="{FF2B5EF4-FFF2-40B4-BE49-F238E27FC236}">
                <a16:creationId xmlns:a16="http://schemas.microsoft.com/office/drawing/2014/main" id="{8CC0AC01-D32F-4DB7-871E-61494BC2284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8043" y="5464320"/>
            <a:ext cx="1980000" cy="706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Motyw pakietu Office">
  <a:themeElements>
    <a:clrScheme name="Pakiet 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Panoramiczny</PresentationFormat>
  <Paragraphs>6</Paragraphs>
  <Slides>1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</vt:i4>
      </vt:variant>
    </vt:vector>
  </HeadingPairs>
  <TitlesOfParts>
    <vt:vector size="5" baseType="lpstr">
      <vt:lpstr>Calibri</vt:lpstr>
      <vt:lpstr>Play</vt:lpstr>
      <vt:lpstr>Arial</vt:lpstr>
      <vt:lpstr>1_Motyw pakietu Office</vt:lpstr>
      <vt:lpstr>Firma: {{Firma}} Branża: {{Branża}}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Iwona Golińska</dc:creator>
  <cp:lastModifiedBy>Patryk Wyczółkowski - The Company</cp:lastModifiedBy>
  <cp:revision>1</cp:revision>
  <dcterms:created xsi:type="dcterms:W3CDTF">2025-01-15T09:36:28Z</dcterms:created>
  <dcterms:modified xsi:type="dcterms:W3CDTF">2026-04-06T07:17:25Z</dcterms:modified>
</cp:coreProperties>
</file>